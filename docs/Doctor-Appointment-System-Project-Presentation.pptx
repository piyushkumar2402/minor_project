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48640"/>
            <a:ext cx="2743200" cy="2743200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Doctor Appointment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Queue 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for booking, managing, and tracking doctor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— online or in-person — with live queue status.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Kumar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25MCC20061  |  MCA (3rd Semester)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Shah Dhruv Samir (E19145)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doctor's appointment today is still manual, opaque, and error-prone.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562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booking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671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rely on phone calls or walk-ins with no way to check real availability.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523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 visibility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63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wait blindly at the clinic with no idea how many people are ahead of them.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124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484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&amp; conflicts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593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slot control, the same time gets booked by multiple patients.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08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44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online option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8554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and online (video) consultations aren't handled by one consistent system.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5046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04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admin view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7515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have no live dashboard of today's load, cancellations, or doctor status.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1828800"/>
            <a:ext cx="4480560" cy="4389120"/>
          </a:xfrm>
          <a:prstGeom prst="roundRect">
            <a:avLst>
              <a:gd name="adj" fmla="val 2500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OPD day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4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429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handled manually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3794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4572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tracked on paper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4937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715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visibility for the patient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Doctor Appointment &amp; Patient Queue Management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automates booking, slot management, consultation mode, and queueing.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E454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391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slot generation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7744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set weekly hours once — the system builds every bookable slot and blocks double-booking.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E4547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0391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 in-person, one flow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37744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pick a mode at booking. Online auto-creates a Zoom link; in-person assigns a room.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E454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47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status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88620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 their queue number and who's currently being served — no more blind waiting.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E4547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611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547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Gmail confirmations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88620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booking, cancellation, or reschedule triggers an automatic, detailed email.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E4547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20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0566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39496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today's load, doctor status, and appointment stats as they happen.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89204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E4547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5120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50566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39496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secured experiences for Patients, Doctors, and Admins from a single codebase.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Doctor Appointment &amp; Patient Queue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MERN-style stack, plus targeted integrations for scheduling, video, email, and reporting.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76272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423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2176272"/>
            <a:ext cx="50292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75888" y="2423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schemas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176272"/>
            <a:ext cx="50292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0528" y="2423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0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2176272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45168" y="2423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4516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sessions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79392"/>
            <a:ext cx="50292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526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API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212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meeting links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4279392"/>
            <a:ext cx="50292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4526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(Gmail)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675888" y="5212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email confirmations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4279392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10528" y="4526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5212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 generation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72600" y="4279392"/>
            <a:ext cx="50292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45168" y="4526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345168" y="5212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version control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Doctor Appointment &amp; Patient Queue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cover the full patient-to-consultation journey.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802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80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Management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0802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80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87452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1501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501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4436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&amp; Auto Slot Generation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2944368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1501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1501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94436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014216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2199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2199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01421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In-Person Consultation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4014216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42199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2199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401421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+ Gmail Integration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2898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2898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84064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Queue Management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09360" y="5084064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2240" y="52898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0" y="52898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5084064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Doctor Dashboards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Doctor Appointment &amp; Patient Queue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So Far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pushed to GitHub in staged, reviewable commits.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12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complete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3017520" cy="201168"/>
          </a:xfrm>
          <a:prstGeom prst="roundRect">
            <a:avLst>
              <a:gd name="adj" fmla="val 27273"/>
            </a:avLst>
          </a:prstGeom>
          <a:solidFill>
            <a:srgbClr val="F4FA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429000"/>
            <a:ext cx="502920" cy="201168"/>
          </a:xfrm>
          <a:prstGeom prst="roundRect">
            <a:avLst>
              <a:gd name="adj" fmla="val 27273"/>
            </a:avLst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1691640"/>
            <a:ext cx="7406640" cy="1920240"/>
          </a:xfrm>
          <a:prstGeom prst="roundRect">
            <a:avLst>
              <a:gd name="adj" fmla="val 4762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202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928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Project Scaffolding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35000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(Express + Mongoose) and frontend (React + Vite) skeletons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endpoint confirming both sides connect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initialized, pushed to GitHub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3840480"/>
            <a:ext cx="7406640" cy="1920240"/>
          </a:xfrm>
          <a:prstGeom prst="roundRect">
            <a:avLst>
              <a:gd name="adj" fmla="val 4762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4069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40416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Authentication &amp; User Management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449884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User model (Patient / Doctor / Admin)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with hashed passwords + JWT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via auth middleware — tested end to end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Doctor Appointment &amp; Patient Queue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staged commits remain, each shipped as a working, demoable increment.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05740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146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 (Admin)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98648" y="19202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63240" y="205740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5146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Auto Slot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57216" y="19202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21808" y="205740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25146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15784" y="19202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0376" y="205740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580376" y="25146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In-Person + Zoom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74352" y="19202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38944" y="205740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838944" y="25146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Notifications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977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434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Queue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98648" y="384048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63240" y="3977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434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57216" y="384048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21808" y="3977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4434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+ Python Reports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15784" y="384048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80376" y="3977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580376" y="4434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UI Polish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74352" y="384048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E454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838944" y="3977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838944" y="4434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Doctor Appointment &amp; Patient Queue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80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Kumar  •  25MCC20061  •  MCA (3rd Sem)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Shah Dhruv Samir (E19145)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2026-09-11T05:25:50Z</dcterms:created>
  <dcterms:modified xsi:type="dcterms:W3CDTF">2026-09-11T05:25:50Z</dcterms:modified>
</cp:coreProperties>
</file>